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2026年新能源汽车市场分析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</a:rPr>
              <a:t>全球格局·中国引领·出海突围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2026/5/7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一、市场规模与份额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核心数据概览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核心市场数据对比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2026年数据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同比变化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全球新能源汽车市场规模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1500亿美元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+20%以上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中国全球市场份额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近40%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持续领先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中国新能源乘用车世界份额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62.8%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高位稳定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国内零售渗透率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51.5%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+0.3个百分点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自主新能源海外销量份额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28.3%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+7.5个百分点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二、全球区域市场分析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区域市场格局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主要区域市场渗透率对比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区域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新能源渗透率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市场特点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中国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51.5%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全球最大市场，贡献66%增量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欧洲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17-30%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高位平稳增长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美国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补贴取消，销量下滑34%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德国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欧洲领先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挪威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全球最高渗透率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三、企业竞争与技术趋势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竞争格局与趋势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车企竞争格局与核心趋势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🏆 比亚迪：世界纯电动份额18%，插电混动份额30.4%，全球领先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📈 吉利：纯电动份额快速上升至10.3%，表现强劲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📉 特斯拉：份额下滑至13%，从第一降至第三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🚗 插电混动：中国占世界75%份额，成为出口新亮点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🌍 出口爆发：2025年出口261.5万台，同比增长102%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⚡ 技术趋势：智能化、全球化生态出海成核心赛道
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四、市场展望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机遇与挑战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机遇 vs 挑战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✓ 出口市场持续强劲，自主新能源出口同比增长133%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✓ 插混车型成增长新亮点，占新能源出口44%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✓ 自主品牌渗透率73.5%，领跑行业转型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✓ 锂电池出口保持韧性，单价降幅收窄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✓ 智能化规模化落地加速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32004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3716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✗ 国内政策退坡，购置税免税政策退出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✗ 芯片、有色金属等成本上涨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✗ 美国市场萎缩，高关税影响出口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✗ 新品供给偏少，一季度仅18款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✗ 行业利润率2.9%，低于工业平均水平
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0A5FA"/>
                </a:solidFill>
              </a:rPr>
              <a:t>"中国车市是世界新能源车竞争的核心焦点，贡献了世界7成左右的增量"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感谢观看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</a:rPr>
              <a:t>数据之海 · 智能驱动 · 未来已来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2026-05-07T08:57:39Z</dcterms:created>
  <dcterms:modified xsi:type="dcterms:W3CDTF">2026-05-07T08:57:39Z</dcterms:modified>
</cp:coreProperties>
</file>